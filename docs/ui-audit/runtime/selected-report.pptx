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B4D"/>
                </a:solidFill>
              </a:rPr>
              <a:t>经营报告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Business World Agent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来源：订单汇总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记录时间：2026-09-18T07:21:40.088Z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报告时间：2026-09-18T07:21:52.837Z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37A"/>
                </a:solidFill>
              </a:rPr>
              <a:t>人工录入 · 尚未核验 / 情景估算不是实际结果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B4D"/>
                </a:solidFill>
              </a:rPr>
              <a:t>经营记录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GMV：¥1,000,000  → 情景 ¥1,200,000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转化率：5.00%  → 情景 6.00%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内容互动量：1,234  → 情景 1,234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广告投入产出比：4  → 情景 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复购率：25.00%  → 情景 25.00%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直播观看量：600  → 情景 600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收入：¥800,000  → 情景 ¥800,000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37A"/>
                </a:solidFill>
              </a:rPr>
              <a:t>人工录入 · 尚未核验 / 情景估算不是实际结果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B4D"/>
                </a:solidFill>
              </a:rPr>
              <a:t>情景与假设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转化率提升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结账转化率 20%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其他经营条件不变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货源和履约能力不变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GMV ×（1 + 变化比例 × 1）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灵敏度为设定假设，尚未通过历史数据校准。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37A"/>
                </a:solidFill>
              </a:rPr>
              <a:t>人工录入 · 尚未核验 / 情景估算不是实际结果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B4D"/>
                </a:solidFill>
              </a:rPr>
              <a:t>人工备注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保留现有经营基准，建议先做小规模验证。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37A"/>
                </a:solidFill>
              </a:rPr>
              <a:t>人工录入 · 尚未核验 / 情景估算不是实际结果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经营报告</dc:title>
  <dc:subject>经营记录与情景比较</dc:subject>
  <dc:creator>Business World Agent</dc:creator>
  <cp:lastModifiedBy>Business World Agent</cp:lastModifiedBy>
  <cp:revision>1</cp:revision>
  <dcterms:created xsi:type="dcterms:W3CDTF">2026-09-18T07:21:53Z</dcterms:created>
  <dcterms:modified xsi:type="dcterms:W3CDTF">2026-09-18T07:21:53Z</dcterms:modified>
</cp:coreProperties>
</file>